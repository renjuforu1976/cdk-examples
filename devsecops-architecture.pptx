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PHEAA DevSecOps Security Gate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47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CodePipeline × Veracode × SNS Notifications × S3 Audit Trail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37160" y="594360"/>
            <a:ext cx="4206240" cy="4160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594360"/>
            <a:ext cx="4206240" cy="4160520"/>
          </a:xfrm>
          <a:prstGeom prst="rect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8600" y="640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ACCOUNT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594360"/>
            <a:ext cx="4297680" cy="4160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594360"/>
            <a:ext cx="4297680" cy="4160520"/>
          </a:xfrm>
          <a:prstGeom prst="rect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00600" y="640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ACCOUNT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201168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051560"/>
            <a:ext cx="54864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0881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CodeCommit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12710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AppSource + SharedCdk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80160" y="1435608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1444752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201168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572768"/>
            <a:ext cx="54864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16093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Build Stage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17922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Maven Build + Docker Image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80160" y="1956816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1965960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093976"/>
            <a:ext cx="201168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093976"/>
            <a:ext cx="54864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1305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Push to ECR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2313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Registry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80160" y="2478024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2487168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2615184"/>
            <a:ext cx="2011680" cy="53035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615184"/>
            <a:ext cx="54864" cy="530352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6517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Veracode Scan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281635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 + SCA + SBOM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2962656"/>
            <a:ext cx="384048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296265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68680" y="2962656"/>
            <a:ext cx="384048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296265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280160" y="2962656"/>
            <a:ext cx="384048" cy="1371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9" name="Text 37"/>
          <p:cNvSpPr/>
          <p:nvPr/>
        </p:nvSpPr>
        <p:spPr>
          <a:xfrm>
            <a:off x="1280160" y="296265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80160" y="3145536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3154680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4320" y="3282696"/>
            <a:ext cx="201168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282696"/>
            <a:ext cx="54864" cy="47548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3192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S3: Scan Results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3493008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ent-svc-scan-results/{app}/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11480" y="360273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sast/ sca/ sbom/ (by digest)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46320" y="841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PIPELINE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1051560"/>
            <a:ext cx="219456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1051560"/>
            <a:ext cx="54864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10881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Source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83480" y="12710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AppSource + SharedCdk + EcrSource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43600" y="1435608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70448" y="1444752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846320" y="1572768"/>
            <a:ext cx="219456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46320" y="1572768"/>
            <a:ext cx="54864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6" name="Text 54"/>
          <p:cNvSpPr/>
          <p:nvPr/>
        </p:nvSpPr>
        <p:spPr>
          <a:xfrm>
            <a:off x="4983480" y="16093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Create ECR Repo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83480" y="17922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runOrder: 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943600" y="1956816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0448" y="1965960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846320" y="2093976"/>
            <a:ext cx="2194560" cy="3840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2093976"/>
            <a:ext cx="54864" cy="384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2" name="Text 60"/>
          <p:cNvSpPr/>
          <p:nvPr/>
        </p:nvSpPr>
        <p:spPr>
          <a:xfrm>
            <a:off x="4983480" y="21305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Push to ECR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83480" y="23134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runOrder: 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943600" y="2478024"/>
            <a:ext cx="0" cy="11887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70448" y="2487168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773168" y="2578608"/>
            <a:ext cx="2340864" cy="685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7" name="Shape 65"/>
          <p:cNvSpPr/>
          <p:nvPr/>
        </p:nvSpPr>
        <p:spPr>
          <a:xfrm>
            <a:off x="4846320" y="2615184"/>
            <a:ext cx="2194560" cy="62179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846320" y="2615184"/>
            <a:ext cx="54864" cy="621792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9" name="Text 67"/>
          <p:cNvSpPr/>
          <p:nvPr/>
        </p:nvSpPr>
        <p:spPr>
          <a:xfrm>
            <a:off x="4983480" y="2651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Security Gate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9834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Verify SAST/SCA scan exists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Validate severity thresholds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Check scan freshness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846320" y="3401568"/>
            <a:ext cx="1005840" cy="2926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846320" y="3401568"/>
            <a:ext cx="54864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4937760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35040" y="3401568"/>
            <a:ext cx="1005840" cy="2926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035040" y="3401568"/>
            <a:ext cx="54864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6" name="Text 74"/>
          <p:cNvSpPr/>
          <p:nvPr/>
        </p:nvSpPr>
        <p:spPr>
          <a:xfrm>
            <a:off x="6126480" y="34015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43600" y="3236976"/>
            <a:ext cx="0" cy="14630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70448" y="3273552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315200" y="2615184"/>
            <a:ext cx="15544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315200" y="2615184"/>
            <a:ext cx="54864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1" name="Text 79"/>
          <p:cNvSpPr/>
          <p:nvPr/>
        </p:nvSpPr>
        <p:spPr>
          <a:xfrm>
            <a:off x="7452360" y="26517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SNS: PASSED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452360" y="28346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 for Production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315200" y="3401568"/>
            <a:ext cx="1554480" cy="3474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315200" y="3401568"/>
            <a:ext cx="54864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5" name="Text 83"/>
          <p:cNvSpPr/>
          <p:nvPr/>
        </p:nvSpPr>
        <p:spPr>
          <a:xfrm>
            <a:off x="7452360" y="34381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SNS: FAILED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452360" y="36210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Vulnerabilities Found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040880" y="2788920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88" name="Text 86"/>
          <p:cNvSpPr/>
          <p:nvPr/>
        </p:nvSpPr>
        <p:spPr>
          <a:xfrm>
            <a:off x="7223760" y="271576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▶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040880" y="3547872"/>
            <a:ext cx="27432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7223760" y="347472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▶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846320" y="3840480"/>
            <a:ext cx="219456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846320" y="3840480"/>
            <a:ext cx="54864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3" name="Text 91"/>
          <p:cNvSpPr/>
          <p:nvPr/>
        </p:nvSpPr>
        <p:spPr>
          <a:xfrm>
            <a:off x="4983480" y="38770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S3: Audit Bucket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4983480" y="4041648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security-audits/{app}/{ts}_{digest}/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983480" y="4151376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 + sca + sbom + metadata.json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349240" y="3694176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76088" y="3712464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537960" y="3694176"/>
            <a:ext cx="0" cy="12801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64808" y="3712464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315200" y="38404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 Policy: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315200" y="39776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0-90d → Standard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7315200" y="40873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90-365d → IA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315200" y="419709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1-7yr → Glacier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846320" y="4434840"/>
            <a:ext cx="2194560" cy="2926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4846320" y="4434840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6" name="Text 104"/>
          <p:cNvSpPr/>
          <p:nvPr/>
        </p:nvSpPr>
        <p:spPr>
          <a:xfrm>
            <a:off x="4983480" y="4471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Manual Approval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4983480" y="46542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runOrder: 4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943600" y="4315968"/>
            <a:ext cx="0" cy="10058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870448" y="4306824"/>
            <a:ext cx="146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▼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4846320" y="4572000"/>
            <a:ext cx="2194560" cy="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4846320" y="4572000"/>
            <a:ext cx="54864" cy="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2" name="Text 110"/>
          <p:cNvSpPr/>
          <p:nvPr/>
        </p:nvSpPr>
        <p:spPr>
          <a:xfrm>
            <a:off x="4983480" y="46085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846320" y="4434840"/>
            <a:ext cx="2194560" cy="2926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4846320" y="4434840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5" name="Text 113"/>
          <p:cNvSpPr/>
          <p:nvPr/>
        </p:nvSpPr>
        <p:spPr>
          <a:xfrm>
            <a:off x="4983480" y="44348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Manual Approval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4983480" y="4572000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runOrder: 4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286000" y="2286000"/>
            <a:ext cx="256032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118" name="Text 116"/>
          <p:cNvSpPr/>
          <p:nvPr/>
        </p:nvSpPr>
        <p:spPr>
          <a:xfrm>
            <a:off x="4754880" y="221284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</a:rPr>
              <a:t>▶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2377440" y="2121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 Image Digest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2286000" y="3520440"/>
            <a:ext cx="2560320" cy="0"/>
          </a:xfrm>
          <a:prstGeom prst="line">
            <a:avLst/>
          </a:prstGeom>
          <a:noFill/>
          <a:ln w="19050">
            <a:solidFill>
              <a:srgbClr val="00A3E0"/>
            </a:solidFill>
            <a:prstDash val="dash"/>
          </a:ln>
        </p:spPr>
      </p:sp>
      <p:sp>
        <p:nvSpPr>
          <p:cNvPr id="121" name="Text 119"/>
          <p:cNvSpPr/>
          <p:nvPr/>
        </p:nvSpPr>
        <p:spPr>
          <a:xfrm>
            <a:off x="4754880" y="344728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</a:rPr>
              <a:t>▶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2377440" y="335584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Results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274320" y="3886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74320" y="4041648"/>
            <a:ext cx="18288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5" name="Text 123"/>
          <p:cNvSpPr/>
          <p:nvPr/>
        </p:nvSpPr>
        <p:spPr>
          <a:xfrm>
            <a:off x="502920" y="40050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Services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74320" y="4187952"/>
            <a:ext cx="18288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27" name="Text 125"/>
          <p:cNvSpPr/>
          <p:nvPr/>
        </p:nvSpPr>
        <p:spPr>
          <a:xfrm>
            <a:off x="502920" y="415137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Veracode Security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74320" y="4334256"/>
            <a:ext cx="182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9" name="Text 127"/>
          <p:cNvSpPr/>
          <p:nvPr/>
        </p:nvSpPr>
        <p:spPr>
          <a:xfrm>
            <a:off x="502920" y="42976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/ Approved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274320" y="4480560"/>
            <a:ext cx="18288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1" name="Text 129"/>
          <p:cNvSpPr/>
          <p:nvPr/>
        </p:nvSpPr>
        <p:spPr>
          <a:xfrm>
            <a:off x="502920" y="444398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/ Blocked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274320" y="4626864"/>
            <a:ext cx="18288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3" name="Text 131"/>
          <p:cNvSpPr/>
          <p:nvPr/>
        </p:nvSpPr>
        <p:spPr>
          <a:xfrm>
            <a:off x="502920" y="459028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Trail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74320" y="457200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274320" y="4736592"/>
            <a:ext cx="6629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6" name="Text 134"/>
          <p:cNvSpPr/>
          <p:nvPr/>
        </p:nvSpPr>
        <p:spPr>
          <a:xfrm>
            <a:off x="274320" y="4736592"/>
            <a:ext cx="6629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CDK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1010412" y="4736592"/>
            <a:ext cx="10058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8" name="Text 136"/>
          <p:cNvSpPr/>
          <p:nvPr/>
        </p:nvSpPr>
        <p:spPr>
          <a:xfrm>
            <a:off x="1010412" y="47365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CodePipeline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2089404" y="4736592"/>
            <a:ext cx="80010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0" name="Text 138"/>
          <p:cNvSpPr/>
          <p:nvPr/>
        </p:nvSpPr>
        <p:spPr>
          <a:xfrm>
            <a:off x="2089404" y="4736592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CodeBuild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2962656" y="4736592"/>
            <a:ext cx="38862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2" name="Text 140"/>
          <p:cNvSpPr/>
          <p:nvPr/>
        </p:nvSpPr>
        <p:spPr>
          <a:xfrm>
            <a:off x="2962656" y="4736592"/>
            <a:ext cx="388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3424428" y="4736592"/>
            <a:ext cx="3200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4" name="Text 142"/>
          <p:cNvSpPr/>
          <p:nvPr/>
        </p:nvSpPr>
        <p:spPr>
          <a:xfrm>
            <a:off x="3424428" y="47365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3817620" y="4736592"/>
            <a:ext cx="38862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6" name="Text 144"/>
          <p:cNvSpPr/>
          <p:nvPr/>
        </p:nvSpPr>
        <p:spPr>
          <a:xfrm>
            <a:off x="3817620" y="4736592"/>
            <a:ext cx="388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274320" y="4956048"/>
            <a:ext cx="107442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8" name="Text 146"/>
          <p:cNvSpPr/>
          <p:nvPr/>
        </p:nvSpPr>
        <p:spPr>
          <a:xfrm>
            <a:off x="274320" y="4956048"/>
            <a:ext cx="1074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Veracode SAST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1421892" y="4956048"/>
            <a:ext cx="10058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0" name="Text 148"/>
          <p:cNvSpPr/>
          <p:nvPr/>
        </p:nvSpPr>
        <p:spPr>
          <a:xfrm>
            <a:off x="1421892" y="49560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Veracode SCA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2500884" y="4956048"/>
            <a:ext cx="45720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2" name="Text 150"/>
          <p:cNvSpPr/>
          <p:nvPr/>
        </p:nvSpPr>
        <p:spPr>
          <a:xfrm>
            <a:off x="2500884" y="4956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3031236" y="4956048"/>
            <a:ext cx="93726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4" name="Text 152"/>
          <p:cNvSpPr/>
          <p:nvPr/>
        </p:nvSpPr>
        <p:spPr>
          <a:xfrm>
            <a:off x="3031236" y="4956048"/>
            <a:ext cx="9372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 Fargate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4041648" y="4956048"/>
            <a:ext cx="114300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6" name="Text 154"/>
          <p:cNvSpPr/>
          <p:nvPr/>
        </p:nvSpPr>
        <p:spPr>
          <a:xfrm>
            <a:off x="4041648" y="495604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CloudFormation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Gate — Detail 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Decision &amp; 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320040" cy="3200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48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502920"/>
            <a:ext cx="32004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5394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Image Digest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722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ECR_SOURCE_DIGEST → cut first 12 chars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deploy to specific scan results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4340" y="960120"/>
            <a:ext cx="0" cy="4114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1732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371600"/>
            <a:ext cx="3200400" cy="58521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14081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Scan Results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15910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ls → grep DEPLOY_DIGEST → download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sast-results.json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sca-results.json + sbom check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4340" y="1956816"/>
            <a:ext cx="0" cy="28346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86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240280"/>
            <a:ext cx="32004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" y="22768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Scan Freshness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date from filename (YYYYMMDD)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if &gt; 7 days old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4340" y="2697480"/>
            <a:ext cx="0" cy="4114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5468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108960"/>
            <a:ext cx="3200400" cy="7132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31455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SAST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3284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 parse .findings[] by severity: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Very High (≥5) + High (=4) → BLOCK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Medium (=3) → Allow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Low (≤2) → Allow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4340" y="3822192"/>
            <a:ext cx="0" cy="15544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23360"/>
            <a:ext cx="320040" cy="320040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977640"/>
            <a:ext cx="3200400" cy="7132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4672" y="40142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1970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 parse .vulnerabilities[] by CVSS: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Critical (≥9.0) + High (≥7.0) → BLOCK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Medium (≥4.0) → Allow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Low (&lt;4.0) → Allow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852160" y="457200"/>
            <a:ext cx="237744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0" y="457200"/>
            <a:ext cx="237744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685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SAST_PASS &amp;&amp; SCA_PASS?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10058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&lt; 4  &amp;&amp;  CVSS &lt; 7.0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1234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pass for gate approval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169164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92240" y="1645920"/>
            <a:ext cx="0" cy="27432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91440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1097280"/>
            <a:ext cx="0" cy="8229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1965960"/>
            <a:ext cx="274320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1965960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2011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GATE PASSED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83480" y="2240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SNS → "Approved for Production"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Archive to Audit Bucket: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s3://audit/{app}/{ts}_{digest}/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sast-results.json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sca-results.json + sbom.json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 deployment-metadata.json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Continue → Manual Approval → Deploy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3383280"/>
            <a:ext cx="274320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33832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3429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GATE FAILED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83480" y="3657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SNS → "Vulnerabilities Found"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Email includes: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[CVE-XXXX] Title (CVSS: X.X)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Fix: Upgrade to X.X.X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Impact: Description...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Archive to Audit Bucket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Continue (no exit 1 for now)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Future: exit 1 to block deploy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Notification — Vulnerability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40233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 FAILED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pheaa-servicing-business-event-service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 Result: PASSED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 Result: FAILED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 FINDINGS (CVSS ≥ 7.0): 2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Critical (≥ 9.0): 0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 (≥ 7.0): 12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[CVE-2025-41249] Improper Authorization (CVSS: 7.1)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Fix: Upgrade to 6.2.11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Impact: org.springframework, spring-core is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vulnerable to improper authorization...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[CVE-2025-7962] SMTP Injection (CVSS: 7.1)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Fix: Upgrade to 2.0.4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Impact: Jakarta Mail is vulnerable to SMTP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injection due to improper input validation...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REQUIRED: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Fix vulnerabilities and re-run CI pipeline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OR request management exception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319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868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 PASSED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05156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pheaa-servicing-borrower-service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DEPLOYMENT APPROVED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Application: pheaa-servicing-borrower-service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Digest: 61389a8fff5a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Age: 0 days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 Result: PASSED (Total: 24, High: 0)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 Result: PASSED (Critical: 0, High: 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image is approved for production.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approval still required in pipeline.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Veracode Score: 98/100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4206240"/>
            <a:ext cx="393192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4251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get actionable info: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 ID → Severity → Fix Version → Impact Description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&amp; Compliance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96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Audit Bucket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s3://pheaa-security-audit-artifacts/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security-audits/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pheaa-servicing-business-event-service/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20260318_025400_61389a8fff5a/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sast-results.json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sca-results.json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sbom.json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deployment-metadata.json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pheaa-servicing-borrower-service/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20260317_143200_b42e3253yae5/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sast-results.json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sca-results.json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sbom.json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deployment-metadata.json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393192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8961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deployment-metadata.json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"application": "pheaa-servicing-...",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"imageDigest": "61389a8fff5a",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"deploymentDate": "2026-03-18T02:54Z",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"gateResult": "PASSED",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"sastResult": "PASSED",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"sastFindings": { "total": 24,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"veryHigh": 0, "high": 0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"scaResult": "PASSED",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"scaFindings": { "critical": 0,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"high": 0, "medium": 3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3611880"/>
            <a:ext cx="393192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Lifecycle Policy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3995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3977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— 90 days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80960" y="39776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audits, easy access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0" y="4288536"/>
            <a:ext cx="146304" cy="146304"/>
          </a:xfrm>
          <a:prstGeom prst="ellipse">
            <a:avLst/>
          </a:prstGeom>
          <a:solidFill>
            <a:srgbClr val="00A3E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4270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— 365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4270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Infrequent Access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0" y="4270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0" y="4581144"/>
            <a:ext cx="146304" cy="14630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45628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7 years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0" y="45628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Glacier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0" y="45628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archive, compliance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0" y="487375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48554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7+ years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0" y="48554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Auto-delete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48554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 expiry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Gate — Key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Veracode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70-79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25603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Block 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+ Critical blocked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5603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A3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+ SCA + SBOM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Security Gate Validates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 exists for deployed image digest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high/critical SAST findings (severity ≥ 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high/critical SCA vulns (CVSS ≥ 7.0)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 freshness within 7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SBOM availability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Results archived for compliance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3756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security enforcement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Actionable developer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CVE + fix version in email alerts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 with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Cross-account pipeline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7-year compliance retention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Security Gate Architecture</dc:title>
  <dc:subject>PptxGenJS Presentation</dc:subject>
  <dc:creator>PHEAA DevSecOps</dc:creator>
  <cp:lastModifiedBy>PHEAA DevSecOps</cp:lastModifiedBy>
  <cp:revision>1</cp:revision>
  <dcterms:created xsi:type="dcterms:W3CDTF">2026-03-18T21:23:39Z</dcterms:created>
  <dcterms:modified xsi:type="dcterms:W3CDTF">2026-03-18T21:23:39Z</dcterms:modified>
</cp:coreProperties>
</file>